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f957cbc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f957cbc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df0e6ab36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df0e6ab36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9f793b52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39f793b52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26ae7298f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26ae7298f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df0e6ab36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df0e6ab36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9f793b52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9f793b52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f9aca4aa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3f9aca4aa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f957cbc0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f957cbc0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51588" y="3913250"/>
            <a:ext cx="7840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500">
                <a:solidFill>
                  <a:srgbClr val="C9CACA"/>
                </a:solidFill>
              </a:rPr>
              <a:t>Where tech excites and collaboration ignites!</a:t>
            </a:r>
            <a:endParaRPr i="1" sz="2500">
              <a:solidFill>
                <a:srgbClr val="C9CACA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19858" l="0" r="0" t="0"/>
          <a:stretch/>
        </p:blipFill>
        <p:spPr>
          <a:xfrm>
            <a:off x="2581825" y="170025"/>
            <a:ext cx="3980350" cy="305905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612450" y="3179300"/>
            <a:ext cx="19191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C6C5C3"/>
                </a:solidFill>
                <a:latin typeface="Montserrat"/>
                <a:ea typeface="Montserrat"/>
                <a:cs typeface="Montserrat"/>
                <a:sym typeface="Montserrat"/>
              </a:rPr>
              <a:t>Chicago</a:t>
            </a:r>
            <a:endParaRPr b="1" sz="3100">
              <a:solidFill>
                <a:srgbClr val="C6C5C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651588" y="4121950"/>
            <a:ext cx="7840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C9CACA"/>
                </a:solidFill>
              </a:rPr>
              <a:t>Where Tech Excites and Collaboration Ignites! </a:t>
            </a:r>
            <a:endParaRPr i="1" sz="1800">
              <a:solidFill>
                <a:srgbClr val="C9CACA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1825" y="170025"/>
            <a:ext cx="3980345" cy="381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5"/>
          <p:cNvCxnSpPr/>
          <p:nvPr/>
        </p:nvCxnSpPr>
        <p:spPr>
          <a:xfrm>
            <a:off x="-48925" y="4746375"/>
            <a:ext cx="9213900" cy="0"/>
          </a:xfrm>
          <a:prstGeom prst="straightConnector1">
            <a:avLst/>
          </a:prstGeom>
          <a:noFill/>
          <a:ln cap="flat" cmpd="sng" w="38100">
            <a:solidFill>
              <a:srgbClr val="3DB1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5"/>
          <p:cNvSpPr txBox="1"/>
          <p:nvPr/>
        </p:nvSpPr>
        <p:spPr>
          <a:xfrm>
            <a:off x="7877700" y="4746375"/>
            <a:ext cx="24219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DB1F5"/>
                </a:solidFill>
              </a:rPr>
              <a:t>World of EUC</a:t>
            </a:r>
            <a:endParaRPr sz="1000">
              <a:solidFill>
                <a:srgbClr val="3DB1F5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1280975" y="325100"/>
            <a:ext cx="5328600" cy="22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</a:rPr>
              <a:t>Sponsored by: </a:t>
            </a:r>
            <a:endParaRPr b="1" sz="3200">
              <a:solidFill>
                <a:schemeClr val="lt1"/>
              </a:solidFill>
            </a:endParaRPr>
          </a:p>
        </p:txBody>
      </p:sp>
      <p:pic>
        <p:nvPicPr>
          <p:cNvPr id="71" name="Google Shape;71;p15" title="NERDIO_LOGO_STACK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7925" y="1560338"/>
            <a:ext cx="2853161" cy="176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988" y="330925"/>
            <a:ext cx="7599226" cy="4274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6241" y="442399"/>
            <a:ext cx="1162428" cy="106918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1058000" y="4548875"/>
            <a:ext cx="87849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  <p:cxnSp>
        <p:nvCxnSpPr>
          <p:cNvPr id="79" name="Google Shape;79;p16"/>
          <p:cNvCxnSpPr/>
          <p:nvPr/>
        </p:nvCxnSpPr>
        <p:spPr>
          <a:xfrm>
            <a:off x="-28250" y="4675925"/>
            <a:ext cx="9341700" cy="0"/>
          </a:xfrm>
          <a:prstGeom prst="straightConnector1">
            <a:avLst/>
          </a:prstGeom>
          <a:noFill/>
          <a:ln cap="flat" cmpd="sng" w="38100">
            <a:solidFill>
              <a:srgbClr val="3DB1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6"/>
          <p:cNvSpPr txBox="1"/>
          <p:nvPr/>
        </p:nvSpPr>
        <p:spPr>
          <a:xfrm>
            <a:off x="7877700" y="4746375"/>
            <a:ext cx="24219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DB1F5"/>
                </a:solidFill>
              </a:rPr>
              <a:t>World of EUC</a:t>
            </a:r>
            <a:endParaRPr sz="1000">
              <a:solidFill>
                <a:srgbClr val="3DB1F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17"/>
          <p:cNvCxnSpPr/>
          <p:nvPr/>
        </p:nvCxnSpPr>
        <p:spPr>
          <a:xfrm>
            <a:off x="-48925" y="4746375"/>
            <a:ext cx="9213900" cy="0"/>
          </a:xfrm>
          <a:prstGeom prst="straightConnector1">
            <a:avLst/>
          </a:prstGeom>
          <a:noFill/>
          <a:ln cap="flat" cmpd="sng" w="38100">
            <a:solidFill>
              <a:srgbClr val="3DB1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7"/>
          <p:cNvSpPr txBox="1"/>
          <p:nvPr/>
        </p:nvSpPr>
        <p:spPr>
          <a:xfrm>
            <a:off x="7877700" y="4746375"/>
            <a:ext cx="24219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DB1F5"/>
                </a:solidFill>
              </a:rPr>
              <a:t>World of EUC</a:t>
            </a:r>
            <a:endParaRPr sz="1000">
              <a:solidFill>
                <a:srgbClr val="3DB1F5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1415375" y="580500"/>
            <a:ext cx="6285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Join the conversation on WEUC Slack!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600" y="1540500"/>
            <a:ext cx="2279199" cy="2279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 title="Screenshot 2025-04-11 at 12.33.3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1225" y="1778675"/>
            <a:ext cx="2139550" cy="204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94;p18"/>
          <p:cNvCxnSpPr/>
          <p:nvPr/>
        </p:nvCxnSpPr>
        <p:spPr>
          <a:xfrm>
            <a:off x="-48925" y="4746375"/>
            <a:ext cx="9213900" cy="0"/>
          </a:xfrm>
          <a:prstGeom prst="straightConnector1">
            <a:avLst/>
          </a:prstGeom>
          <a:noFill/>
          <a:ln cap="flat" cmpd="sng" w="38100">
            <a:solidFill>
              <a:srgbClr val="3DB1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8"/>
          <p:cNvSpPr txBox="1"/>
          <p:nvPr/>
        </p:nvSpPr>
        <p:spPr>
          <a:xfrm>
            <a:off x="7877700" y="4746375"/>
            <a:ext cx="24219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DB1F5"/>
                </a:solidFill>
              </a:rPr>
              <a:t>World of EUC</a:t>
            </a:r>
            <a:endParaRPr sz="1000">
              <a:solidFill>
                <a:srgbClr val="3DB1F5"/>
              </a:solidFill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1415375" y="351900"/>
            <a:ext cx="62853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3DB1F5"/>
                </a:solidFill>
              </a:rPr>
              <a:t>But wait, there’s more!</a:t>
            </a:r>
            <a:endParaRPr b="1" sz="3600">
              <a:solidFill>
                <a:srgbClr val="3DB1F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2255625" y="1162150"/>
            <a:ext cx="55251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en" sz="2500">
                <a:solidFill>
                  <a:schemeClr val="lt1"/>
                </a:solidFill>
              </a:rPr>
              <a:t>Webinars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en" sz="2500">
                <a:solidFill>
                  <a:schemeClr val="lt1"/>
                </a:solidFill>
              </a:rPr>
              <a:t>Video Library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en" sz="2500">
                <a:solidFill>
                  <a:schemeClr val="lt1"/>
                </a:solidFill>
              </a:rPr>
              <a:t>Blogs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en" sz="2500">
                <a:solidFill>
                  <a:schemeClr val="lt1"/>
                </a:solidFill>
              </a:rPr>
              <a:t>Podcasts</a:t>
            </a:r>
            <a:endParaRPr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More offerings coming soon!</a:t>
            </a:r>
            <a:endParaRPr sz="2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1043200" y="3883250"/>
            <a:ext cx="72045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3DB1F5"/>
                </a:solidFill>
              </a:rPr>
              <a:t>www.worldofeuc.org</a:t>
            </a:r>
            <a:endParaRPr b="1" sz="3000">
              <a:solidFill>
                <a:srgbClr val="3DB1F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-48925" y="4746375"/>
            <a:ext cx="9213900" cy="0"/>
          </a:xfrm>
          <a:prstGeom prst="straightConnector1">
            <a:avLst/>
          </a:prstGeom>
          <a:noFill/>
          <a:ln cap="flat" cmpd="sng" w="38100">
            <a:solidFill>
              <a:srgbClr val="3DB1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9"/>
          <p:cNvSpPr txBox="1"/>
          <p:nvPr/>
        </p:nvSpPr>
        <p:spPr>
          <a:xfrm>
            <a:off x="7877700" y="4746375"/>
            <a:ext cx="24219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DB1F5"/>
                </a:solidFill>
              </a:rPr>
              <a:t>World of EUC</a:t>
            </a:r>
            <a:endParaRPr sz="1000">
              <a:solidFill>
                <a:srgbClr val="3DB1F5"/>
              </a:solidFill>
            </a:endParaRPr>
          </a:p>
        </p:txBody>
      </p:sp>
      <p:pic>
        <p:nvPicPr>
          <p:cNvPr id="105" name="Google Shape;105;p19" title="World of EUC Sponso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900" y="285475"/>
            <a:ext cx="7548250" cy="424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/>
        </p:nvSpPr>
        <p:spPr>
          <a:xfrm>
            <a:off x="651588" y="3913250"/>
            <a:ext cx="7840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500">
                <a:solidFill>
                  <a:srgbClr val="C9CACA"/>
                </a:solidFill>
              </a:rPr>
              <a:t>Where tech excites and collaboration ignites!</a:t>
            </a:r>
            <a:endParaRPr i="1" sz="2500">
              <a:solidFill>
                <a:srgbClr val="C9CACA"/>
              </a:solidFill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3">
            <a:alphaModFix/>
          </a:blip>
          <a:srcRect b="19858" l="0" r="0" t="0"/>
          <a:stretch/>
        </p:blipFill>
        <p:spPr>
          <a:xfrm>
            <a:off x="2581825" y="170025"/>
            <a:ext cx="3980350" cy="305905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3612450" y="3179300"/>
            <a:ext cx="19191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C6C5C3"/>
                </a:solidFill>
                <a:latin typeface="Montserrat"/>
                <a:ea typeface="Montserrat"/>
                <a:cs typeface="Montserrat"/>
                <a:sym typeface="Montserrat"/>
              </a:rPr>
              <a:t>Chicago</a:t>
            </a:r>
            <a:endParaRPr b="1" sz="3100">
              <a:solidFill>
                <a:srgbClr val="C6C5C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